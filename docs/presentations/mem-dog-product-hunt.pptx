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mem-dog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A5FA"/>
                </a:solidFill>
              </a:defRPr>
            </a:pPr>
            <a:r>
              <a:t>The Private AI Memory System for Individuals &amp;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Ingest data from 300+ apps. Enrich it with 42 AI agents.</a:t>
            </a:r>
            <a:br/>
            <a:r>
              <a:t>Query it with 5 search modes and a temporal knowledge graph.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669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4D399"/>
                </a:solidFill>
              </a:defRPr>
            </a:pPr>
            <a:r>
              <a:t>Open Source  |  Self-Hosted  |  Apache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94A3B8"/>
                </a:solidFill>
              </a:defRPr>
            </a:pPr>
            <a:r>
              <a:t>•  Your data is scattered across dozens of apps (Slack, Gmail, Drive, Notion...)</a:t>
            </a:r>
          </a:p>
          <a:p>
            <a:pPr>
              <a:spcAft>
                <a:spcPts val="800"/>
              </a:spcAft>
              <a:defRPr sz="2000">
                <a:solidFill>
                  <a:srgbClr val="94A3B8"/>
                </a:solidFill>
              </a:defRPr>
            </a:pPr>
            <a:r>
              <a:t>•  AI assistants forget everything between sessions</a:t>
            </a:r>
          </a:p>
          <a:p>
            <a:pPr>
              <a:spcAft>
                <a:spcPts val="800"/>
              </a:spcAft>
              <a:defRPr sz="2000">
                <a:solidFill>
                  <a:srgbClr val="94A3B8"/>
                </a:solidFill>
              </a:defRPr>
            </a:pPr>
            <a:r>
              <a:t>•  Existing memory tools only solve one piece: storage OR search OR integrations</a:t>
            </a:r>
          </a:p>
          <a:p>
            <a:pPr>
              <a:spcAft>
                <a:spcPts val="800"/>
              </a:spcAft>
              <a:defRPr sz="2000">
                <a:solidFill>
                  <a:srgbClr val="94A3B8"/>
                </a:solidFill>
              </a:defRPr>
            </a:pPr>
            <a:r>
              <a:t>•  Cloud-only solutions mean your private data lives on someone else's servers</a:t>
            </a:r>
          </a:p>
          <a:p>
            <a:pPr>
              <a:spcAft>
                <a:spcPts val="800"/>
              </a:spcAft>
              <a:defRPr sz="2000">
                <a:solidFill>
                  <a:srgbClr val="94A3B8"/>
                </a:solidFill>
              </a:defRPr>
            </a:pPr>
            <a:r>
              <a:t>•  No single system connects ingestion + AI enrichment + knowledge graph +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mem-dog: One Platform, Complete AI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</a:defRPr>
            </a:pPr>
            <a:r>
              <a:t>Ingest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Connect 300+ apps via OAuth. Data flows in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</a:defRPr>
            </a:pPr>
            <a:r>
              <a:t>Enrich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42 AI agents classify, analyze, and embed every piece of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</a:defRPr>
            </a:pPr>
            <a:r>
              <a:t>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657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Versioned storage with per-item access control and 10 memory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</a:defRPr>
            </a:pPr>
            <a: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572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Temporal knowledge graph links entities across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486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</a:defRPr>
            </a:pPr>
            <a: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486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5 search modes + 4 rerankers. RAG chat with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1.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OAuth into Slack, Gmail, Drive, Notion, 300+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2.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560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Webhook Gateway normalizes all data into a universal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3.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566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42 AI agents classify content, extract entities, generate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4.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572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Dual-write to Postgres (pgvector) + Neo4j (temporal knowledge graph)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5.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5778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Vector, keyword, hybrid, graph, or full search — with RAG 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Makes mem-dog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300+ integrations — not just an API, a full ingestion platform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42 typed AI agents — data-type-specific enrichment, not one-size-fits-all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Temporal knowledge graph — ask "who was X in 2024?" and get the right answer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5 search modes + reranking — vector, keyword, hybrid, graph, full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Local-first models — runs offline with Ollama (4b to 27b parameters)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Privacy by design — self-hosted, your data never leaves your infra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SDKs in 5 languages — Python, TypeScript, Go, Rust, Ruby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MCP server — works with Claude Desktop, Cursor, and any MCP client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mem-dog vs.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mem0 — Memory SDK, vector-only search, no integrations, no knowledge graph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Zep — Knowledge graph (Graphiti) but no ingestion platform, no UI, limited search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Dify.ai — LLM workflow builder, no temporal reasoning, no multi-signal search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LangMem — LangChain plugin, vector-only, no enrichment pipeline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mem-dog = mem0 + Zep + Nango + Dify in one self-hosted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All open source. All self-hosted. ~$50-100/mo with local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Who Is This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B923C"/>
                </a:solidFill>
              </a:defRPr>
            </a:pPr>
            <a:r>
              <a:t>Individuals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Personal AI memory across all your apps — Slack, email, docs,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B923C"/>
                </a:solidFill>
              </a:defRPr>
            </a:pPr>
            <a:r>
              <a:t>Developers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560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Add long-term memory to any AI agent with 5 SDKs or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B923C"/>
                </a:solidFill>
              </a:defRPr>
            </a:pPr>
            <a:r>
              <a:t>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566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Shared organizational knowledge with access controls and audit trails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B923C"/>
                </a:solidFill>
              </a:defRPr>
            </a:pPr>
            <a:r>
              <a:t>Privacy-Conscious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5720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Self-hosted, local models, your data stays on your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B923C"/>
                </a:solidFill>
              </a:defRPr>
            </a:pPr>
            <a:r>
              <a:t>AI Builders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577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Drop-in memory layer for LangChain, CrewAI, OpenAI agents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API: Python 3.12, FastAPI, 70+ endpoints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UI: Next.js 14, TypeScript, 6-mode upload, Knowledge Chat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Pipeline: NATS messaging, 42 ADK agents, 5 model tiers (4b–27b)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Storage: Supabase Postgres + pgvector, Neo4j + Graphiti, GCS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Integrations: Nango (300+ OAuth providers, auto token refresh)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Search: pgvector cosine, BM25, RRF/MMR/cross-encoder reranking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Deploy: Docker Compose (local) or GKE/Cloud Run (production)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</a:defRPr>
            </a:pPr>
            <a:r>
              <a:t>•  SDKs: Python, TypeScript, Go, Rust, Ruby + MCP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Get Started in 60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0A5FA"/>
                </a:solidFill>
              </a:defRPr>
            </a:pPr>
            <a:r>
              <a:t>git clone https://github.com/mem-dog/mem-dog</a:t>
            </a:r>
            <a:br/>
            <a:r>
              <a:t>cd mem-dog</a:t>
            </a:r>
            <a:br/>
            <a:r>
              <a:t>docker compose up</a:t>
            </a:r>
            <a:br/>
            <a:br/>
            <a:r>
              <a:t># UI:      http://localhost:3000</a:t>
            </a:r>
            <a:br/>
            <a:r>
              <a:t># API:     http://localhost:8080/docs</a:t>
            </a:r>
            <a:br/>
            <a:r>
              <a:t># Neo4j:   http://localhost:7474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10 services. Zero config. Runs on any machine with Docker.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Give Your AI a Memory It Deserves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4D399"/>
                </a:solidFill>
              </a:defRPr>
            </a:pPr>
            <a:r>
              <a:t>Open source  •  Self-hosted  •  Apache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0A5FA"/>
                </a:solidFill>
              </a:defRPr>
            </a:pPr>
            <a:r>
              <a:t>⭐  Star us on GitHub  •  Try it locally  •  Join the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github.com/mem-dog/mem-dog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